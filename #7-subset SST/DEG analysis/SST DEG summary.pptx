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2606C-3088-5996-5BD8-9B58D669B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FD5F88-8C2D-8BAB-3EA3-0C3AAFE85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36FD8E-80EF-668D-0A14-04451096C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D813-33B8-44A0-8BFE-70CEE5CB0FE3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B06204-4959-B3F9-76C4-6A5EAA38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9B27EC-C90C-2E2D-2FDC-82D971CF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901D-928B-44D7-ACB1-2ABE4F2F2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841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11D73-007F-8D84-72DF-F41696C0E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8BE4E3-1890-5DE4-2A28-2FDE55C38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DEC92E-2AB0-D81B-2274-C8EE3F434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D813-33B8-44A0-8BFE-70CEE5CB0FE3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FB238D-C617-A8D5-2CC1-2A4957389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A5CC2D-6CEA-0A0C-CA71-EC9848D25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901D-928B-44D7-ACB1-2ABE4F2F2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606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D3B28A-EFD7-ACB7-890A-0A3A92B0F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4C46C2-F315-71B0-AD50-25A7CF20E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3E0AEE-9B1D-6A44-FA19-6A64FC49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D813-33B8-44A0-8BFE-70CEE5CB0FE3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910126-228F-DA28-5EEE-C7938F5D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F202B4-EEE7-F7A3-98B3-1F8E5BB95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901D-928B-44D7-ACB1-2ABE4F2F2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057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7DAC7-6AEE-9386-D3B5-504F4735E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FDAEB6-47FC-170F-77ED-13243B75A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91AD8A-26DC-BD35-55CB-528D06225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53A608-F546-60CA-B1CA-E44A9CDEB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D813-33B8-44A0-8BFE-70CEE5CB0FE3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1490AC-5687-11B3-FD79-E1816B9E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004B7A-A6C1-A832-6868-D37C73300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901D-928B-44D7-ACB1-2ABE4F2F2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8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559ED-B8C2-5E0E-81CF-64589D11B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82F26B-2455-88D1-DA8A-3EA8DB968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335992-81B7-ACBA-4500-C67E4646E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408CC0-BD9D-5D30-12EF-C6F05DFC4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D8F1EB-E9BC-1FE1-6051-9E0BB86C00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A98265-EA90-4753-69BC-3B0F07BA1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D813-33B8-44A0-8BFE-70CEE5CB0FE3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A4DCE5-85C0-C030-F407-35182BCE6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8C8690-0B94-30AA-5CD5-93F8CC14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901D-928B-44D7-ACB1-2ABE4F2F2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659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74A20-8438-47B5-7BEA-C34F6CF79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328B37-DA48-E85D-8070-9A39FDC1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D813-33B8-44A0-8BFE-70CEE5CB0FE3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F75754-D500-9B6F-6D2D-3B6E2C4A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514CDD-1792-3F76-1FF7-88934A642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901D-928B-44D7-ACB1-2ABE4F2F2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87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B63F4E-79CF-722D-33F7-9D6CB8E0E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D813-33B8-44A0-8BFE-70CEE5CB0FE3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32E94B3-D4D5-D0EA-C0AE-8A9FAE2BF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FD2983-0CA7-49ED-AE37-AC4D34159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901D-928B-44D7-ACB1-2ABE4F2F2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78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EA8B0-560A-645F-6F4A-0111F9A37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D60D8A-584E-E396-51FB-E87F82549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33D064-6FFE-1979-6DCB-676AF999F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7A2CF4-8009-B93A-57F2-08B2E5C70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D813-33B8-44A0-8BFE-70CEE5CB0FE3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776040-4466-5CEE-AE18-345883057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FDBECC-1A7A-158C-AD89-B44381F85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901D-928B-44D7-ACB1-2ABE4F2F2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855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BB153-C712-3501-81E7-53FFB7066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1FDA6C6-8392-541B-A928-00C395A070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9DA021-4497-F4B3-0565-B8250CC0A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3C3333-DB0F-C1FB-52D1-D93AB11D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D813-33B8-44A0-8BFE-70CEE5CB0FE3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3137FC-B210-0C57-2AF6-1D126C7C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2A9F07-78B8-E6BF-B61A-3F8D8FA74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901D-928B-44D7-ACB1-2ABE4F2F2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987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09BEF-3A6C-6081-87A0-5BBD0B678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15A502-6370-9F59-4669-F3EC75C54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8CEC26-4722-017A-7B08-B2F9630ED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D813-33B8-44A0-8BFE-70CEE5CB0FE3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CA7DC3-2437-5C0A-0168-A43E39500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4098FD-6FB7-99CF-C968-5E901C445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901D-928B-44D7-ACB1-2ABE4F2F2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460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3B0F5AF-E6E4-3DCB-BD97-3BFACD0E6B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35B545-1883-FA8E-DF03-8D3D3EF8D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39DED5-BE30-47E3-33AB-38891ADD1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D813-33B8-44A0-8BFE-70CEE5CB0FE3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E8267B-8A35-211B-40CB-D32C93670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0927F1-A7EB-21DB-4B5D-0E1F7851F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901D-928B-44D7-ACB1-2ABE4F2F2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673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1BF77A3-9FD3-9FEE-CA53-63B32C3FF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09DC42-09ED-64AF-F3BF-5B645C0A8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99483A-7251-D71C-1967-2FEE318B2E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3D813-33B8-44A0-8BFE-70CEE5CB0FE3}" type="datetimeFigureOut">
              <a:rPr lang="zh-CN" altLang="en-US" smtClean="0"/>
              <a:t>2023/6/30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32399E-ADDB-8573-145C-62D2A63A4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EF2B1F-53DA-9AB2-DCBB-3602D3272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6901D-928B-44D7-ACB1-2ABE4F2F24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48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A2038A-51F8-6F3A-9E74-166A970D1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ZT18 vs. ZT6</a:t>
            </a:r>
            <a:endParaRPr lang="zh-CN" altLang="en-US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7A67CD05-59EE-FF17-C7C6-931FAE1F77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31144"/>
              </p:ext>
            </p:extLst>
          </p:nvPr>
        </p:nvGraphicFramePr>
        <p:xfrm>
          <a:off x="4210994" y="678830"/>
          <a:ext cx="7510836" cy="10118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806">
                  <a:extLst>
                    <a:ext uri="{9D8B030D-6E8A-4147-A177-3AD203B41FA5}">
                      <a16:colId xmlns:a16="http://schemas.microsoft.com/office/drawing/2014/main" val="120177372"/>
                    </a:ext>
                  </a:extLst>
                </a:gridCol>
                <a:gridCol w="1251806">
                  <a:extLst>
                    <a:ext uri="{9D8B030D-6E8A-4147-A177-3AD203B41FA5}">
                      <a16:colId xmlns:a16="http://schemas.microsoft.com/office/drawing/2014/main" val="370687100"/>
                    </a:ext>
                  </a:extLst>
                </a:gridCol>
                <a:gridCol w="1251806">
                  <a:extLst>
                    <a:ext uri="{9D8B030D-6E8A-4147-A177-3AD203B41FA5}">
                      <a16:colId xmlns:a16="http://schemas.microsoft.com/office/drawing/2014/main" val="2857298458"/>
                    </a:ext>
                  </a:extLst>
                </a:gridCol>
                <a:gridCol w="1251806">
                  <a:extLst>
                    <a:ext uri="{9D8B030D-6E8A-4147-A177-3AD203B41FA5}">
                      <a16:colId xmlns:a16="http://schemas.microsoft.com/office/drawing/2014/main" val="1583827522"/>
                    </a:ext>
                  </a:extLst>
                </a:gridCol>
                <a:gridCol w="1251806">
                  <a:extLst>
                    <a:ext uri="{9D8B030D-6E8A-4147-A177-3AD203B41FA5}">
                      <a16:colId xmlns:a16="http://schemas.microsoft.com/office/drawing/2014/main" val="314191545"/>
                    </a:ext>
                  </a:extLst>
                </a:gridCol>
                <a:gridCol w="1251806">
                  <a:extLst>
                    <a:ext uri="{9D8B030D-6E8A-4147-A177-3AD203B41FA5}">
                      <a16:colId xmlns:a16="http://schemas.microsoft.com/office/drawing/2014/main" val="597958208"/>
                    </a:ext>
                  </a:extLst>
                </a:gridCol>
              </a:tblGrid>
              <a:tr h="505929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p_val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avg_log2FC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pct.1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pct.2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p_val_adj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89725643"/>
                  </a:ext>
                </a:extLst>
              </a:tr>
              <a:tr h="5059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Kcnip1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8.39E-08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-0.36947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0.002925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6590454"/>
                  </a:ext>
                </a:extLst>
              </a:tr>
            </a:tbl>
          </a:graphicData>
        </a:graphic>
      </p:graphicFrame>
      <p:pic>
        <p:nvPicPr>
          <p:cNvPr id="8" name="图片 7" descr="图形用户界面, 文本&#10;&#10;描述已自动生成">
            <a:extLst>
              <a:ext uri="{FF2B5EF4-FFF2-40B4-BE49-F238E27FC236}">
                <a16:creationId xmlns:a16="http://schemas.microsoft.com/office/drawing/2014/main" id="{9D9009F3-6DB9-708E-A3B4-45EEEEC88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301" y="2093915"/>
            <a:ext cx="6490773" cy="439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639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28</Words>
  <Application>Microsoft Office PowerPoint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ZT18 vs. ZT6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 Ziyue</dc:creator>
  <cp:lastModifiedBy>Zhou Ziyue</cp:lastModifiedBy>
  <cp:revision>3</cp:revision>
  <dcterms:created xsi:type="dcterms:W3CDTF">2023-06-30T06:23:49Z</dcterms:created>
  <dcterms:modified xsi:type="dcterms:W3CDTF">2023-06-30T10:14:06Z</dcterms:modified>
</cp:coreProperties>
</file>